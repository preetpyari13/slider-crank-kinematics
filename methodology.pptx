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hashah2310@outlook.com" userId="4009c2270f8f3917" providerId="LiveId" clId="{D3FA7C31-13E3-48A7-805C-4FECDEDBFDC4}"/>
    <pc:docChg chg="undo custSel modSld">
      <pc:chgData name="radhashah2310@outlook.com" userId="4009c2270f8f3917" providerId="LiveId" clId="{D3FA7C31-13E3-48A7-805C-4FECDEDBFDC4}" dt="2025-12-05T06:59:25.049" v="151" actId="13822"/>
      <pc:docMkLst>
        <pc:docMk/>
      </pc:docMkLst>
      <pc:sldChg chg="modSp mod modAnim">
        <pc:chgData name="radhashah2310@outlook.com" userId="4009c2270f8f3917" providerId="LiveId" clId="{D3FA7C31-13E3-48A7-805C-4FECDEDBFDC4}" dt="2025-12-05T06:36:49.987" v="41"/>
        <pc:sldMkLst>
          <pc:docMk/>
          <pc:sldMk cId="274088684" sldId="258"/>
        </pc:sldMkLst>
        <pc:spChg chg="mod">
          <ac:chgData name="radhashah2310@outlook.com" userId="4009c2270f8f3917" providerId="LiveId" clId="{D3FA7C31-13E3-48A7-805C-4FECDEDBFDC4}" dt="2025-12-05T06:32:10.829" v="8" actId="1076"/>
          <ac:spMkLst>
            <pc:docMk/>
            <pc:sldMk cId="274088684" sldId="258"/>
            <ac:spMk id="39" creationId="{EB2090F6-1C3A-C92E-E0F8-2692E78280EF}"/>
          </ac:spMkLst>
        </pc:spChg>
        <pc:spChg chg="mod">
          <ac:chgData name="radhashah2310@outlook.com" userId="4009c2270f8f3917" providerId="LiveId" clId="{D3FA7C31-13E3-48A7-805C-4FECDEDBFDC4}" dt="2025-12-05T06:34:59.987" v="26" actId="1076"/>
          <ac:spMkLst>
            <pc:docMk/>
            <pc:sldMk cId="274088684" sldId="258"/>
            <ac:spMk id="106" creationId="{75387ED8-78DB-BA1D-1258-448B7047AC9C}"/>
          </ac:spMkLst>
        </pc:spChg>
        <pc:spChg chg="mod">
          <ac:chgData name="radhashah2310@outlook.com" userId="4009c2270f8f3917" providerId="LiveId" clId="{D3FA7C31-13E3-48A7-805C-4FECDEDBFDC4}" dt="2025-12-05T06:35:49.680" v="33" actId="1076"/>
          <ac:spMkLst>
            <pc:docMk/>
            <pc:sldMk cId="274088684" sldId="258"/>
            <ac:spMk id="114" creationId="{145231F2-C3DA-EC47-5D11-D3A560462643}"/>
          </ac:spMkLst>
        </pc:spChg>
        <pc:spChg chg="mod">
          <ac:chgData name="radhashah2310@outlook.com" userId="4009c2270f8f3917" providerId="LiveId" clId="{D3FA7C31-13E3-48A7-805C-4FECDEDBFDC4}" dt="2025-12-05T06:35:54.567" v="34" actId="1076"/>
          <ac:spMkLst>
            <pc:docMk/>
            <pc:sldMk cId="274088684" sldId="258"/>
            <ac:spMk id="115" creationId="{FC343CEE-CA1F-E517-FD3E-22A476CEAA57}"/>
          </ac:spMkLst>
        </pc:spChg>
        <pc:spChg chg="mod">
          <ac:chgData name="radhashah2310@outlook.com" userId="4009c2270f8f3917" providerId="LiveId" clId="{D3FA7C31-13E3-48A7-805C-4FECDEDBFDC4}" dt="2025-12-05T06:32:37.657" v="12" actId="1076"/>
          <ac:spMkLst>
            <pc:docMk/>
            <pc:sldMk cId="274088684" sldId="258"/>
            <ac:spMk id="116" creationId="{6BDDADC9-F3F3-CEE7-CE27-2EC87405E2C2}"/>
          </ac:spMkLst>
        </pc:spChg>
        <pc:picChg chg="mod">
          <ac:chgData name="radhashah2310@outlook.com" userId="4009c2270f8f3917" providerId="LiveId" clId="{D3FA7C31-13E3-48A7-805C-4FECDEDBFDC4}" dt="2025-12-05T06:32:10.829" v="8" actId="1076"/>
          <ac:picMkLst>
            <pc:docMk/>
            <pc:sldMk cId="274088684" sldId="258"/>
            <ac:picMk id="157" creationId="{603A1C0C-0E8E-8B3E-F05F-9540FD483AED}"/>
          </ac:picMkLst>
        </pc:picChg>
        <pc:cxnChg chg="mod">
          <ac:chgData name="radhashah2310@outlook.com" userId="4009c2270f8f3917" providerId="LiveId" clId="{D3FA7C31-13E3-48A7-805C-4FECDEDBFDC4}" dt="2025-12-05T06:32:10.829" v="8" actId="1076"/>
          <ac:cxnSpMkLst>
            <pc:docMk/>
            <pc:sldMk cId="274088684" sldId="258"/>
            <ac:cxnSpMk id="41" creationId="{E41B0E72-F0FA-D37C-9E6B-1DB23F990D0C}"/>
          </ac:cxnSpMkLst>
        </pc:cxnChg>
        <pc:cxnChg chg="mod">
          <ac:chgData name="radhashah2310@outlook.com" userId="4009c2270f8f3917" providerId="LiveId" clId="{D3FA7C31-13E3-48A7-805C-4FECDEDBFDC4}" dt="2025-12-05T06:32:10.829" v="8" actId="1076"/>
          <ac:cxnSpMkLst>
            <pc:docMk/>
            <pc:sldMk cId="274088684" sldId="258"/>
            <ac:cxnSpMk id="129" creationId="{A8847479-B7CC-6933-808B-B9B23C31EEED}"/>
          </ac:cxnSpMkLst>
        </pc:cxnChg>
        <pc:cxnChg chg="mod">
          <ac:chgData name="radhashah2310@outlook.com" userId="4009c2270f8f3917" providerId="LiveId" clId="{D3FA7C31-13E3-48A7-805C-4FECDEDBFDC4}" dt="2025-12-05T06:32:10.829" v="8" actId="1076"/>
          <ac:cxnSpMkLst>
            <pc:docMk/>
            <pc:sldMk cId="274088684" sldId="258"/>
            <ac:cxnSpMk id="134" creationId="{36E6D108-71E1-E790-6668-DC9EDE714C2B}"/>
          </ac:cxnSpMkLst>
        </pc:cxnChg>
        <pc:cxnChg chg="mod">
          <ac:chgData name="radhashah2310@outlook.com" userId="4009c2270f8f3917" providerId="LiveId" clId="{D3FA7C31-13E3-48A7-805C-4FECDEDBFDC4}" dt="2025-12-05T06:32:10.829" v="8" actId="1076"/>
          <ac:cxnSpMkLst>
            <pc:docMk/>
            <pc:sldMk cId="274088684" sldId="258"/>
            <ac:cxnSpMk id="135" creationId="{13EBF14B-0ADE-BB7A-B41B-B1B32B3A05AB}"/>
          </ac:cxnSpMkLst>
        </pc:cxnChg>
        <pc:cxnChg chg="mod">
          <ac:chgData name="radhashah2310@outlook.com" userId="4009c2270f8f3917" providerId="LiveId" clId="{D3FA7C31-13E3-48A7-805C-4FECDEDBFDC4}" dt="2025-12-05T06:32:10.829" v="8" actId="1076"/>
          <ac:cxnSpMkLst>
            <pc:docMk/>
            <pc:sldMk cId="274088684" sldId="258"/>
            <ac:cxnSpMk id="136" creationId="{BC460863-20DD-83F8-AB16-D761ECD81D42}"/>
          </ac:cxnSpMkLst>
        </pc:cxnChg>
        <pc:cxnChg chg="mod">
          <ac:chgData name="radhashah2310@outlook.com" userId="4009c2270f8f3917" providerId="LiveId" clId="{D3FA7C31-13E3-48A7-805C-4FECDEDBFDC4}" dt="2025-12-05T06:32:10.829" v="8" actId="1076"/>
          <ac:cxnSpMkLst>
            <pc:docMk/>
            <pc:sldMk cId="274088684" sldId="258"/>
            <ac:cxnSpMk id="137" creationId="{7F1EA4FF-AEFA-364A-1E3B-3DF5EFF57851}"/>
          </ac:cxnSpMkLst>
        </pc:cxnChg>
        <pc:cxnChg chg="mod">
          <ac:chgData name="radhashah2310@outlook.com" userId="4009c2270f8f3917" providerId="LiveId" clId="{D3FA7C31-13E3-48A7-805C-4FECDEDBFDC4}" dt="2025-12-05T06:32:10.829" v="8" actId="1076"/>
          <ac:cxnSpMkLst>
            <pc:docMk/>
            <pc:sldMk cId="274088684" sldId="258"/>
            <ac:cxnSpMk id="138" creationId="{1627B7E6-D8B6-5072-B0A7-04CFAE8825B8}"/>
          </ac:cxnSpMkLst>
        </pc:cxnChg>
        <pc:cxnChg chg="mod">
          <ac:chgData name="radhashah2310@outlook.com" userId="4009c2270f8f3917" providerId="LiveId" clId="{D3FA7C31-13E3-48A7-805C-4FECDEDBFDC4}" dt="2025-12-05T06:32:10.829" v="8" actId="1076"/>
          <ac:cxnSpMkLst>
            <pc:docMk/>
            <pc:sldMk cId="274088684" sldId="258"/>
            <ac:cxnSpMk id="148" creationId="{7C5F55D0-1327-632E-CCCE-DB4BAA5FD82C}"/>
          </ac:cxnSpMkLst>
        </pc:cxnChg>
      </pc:sldChg>
      <pc:sldChg chg="modSp mod modAnim">
        <pc:chgData name="radhashah2310@outlook.com" userId="4009c2270f8f3917" providerId="LiveId" clId="{D3FA7C31-13E3-48A7-805C-4FECDEDBFDC4}" dt="2025-12-05T06:40:41.391" v="86"/>
        <pc:sldMkLst>
          <pc:docMk/>
          <pc:sldMk cId="1733959171" sldId="260"/>
        </pc:sldMkLst>
        <pc:spChg chg="mod">
          <ac:chgData name="radhashah2310@outlook.com" userId="4009c2270f8f3917" providerId="LiveId" clId="{D3FA7C31-13E3-48A7-805C-4FECDEDBFDC4}" dt="2025-12-05T06:40:11.141" v="82" actId="1076"/>
          <ac:spMkLst>
            <pc:docMk/>
            <pc:sldMk cId="1733959171" sldId="260"/>
            <ac:spMk id="25" creationId="{A9ABF949-9734-2C58-CC6D-BF06D298A7F3}"/>
          </ac:spMkLst>
        </pc:spChg>
        <pc:spChg chg="mod">
          <ac:chgData name="radhashah2310@outlook.com" userId="4009c2270f8f3917" providerId="LiveId" clId="{D3FA7C31-13E3-48A7-805C-4FECDEDBFDC4}" dt="2025-12-05T06:40:06.234" v="80" actId="1076"/>
          <ac:spMkLst>
            <pc:docMk/>
            <pc:sldMk cId="1733959171" sldId="260"/>
            <ac:spMk id="33" creationId="{987F56DD-2B09-C90B-8A5C-5297F4545415}"/>
          </ac:spMkLst>
        </pc:spChg>
      </pc:sldChg>
      <pc:sldChg chg="modSp mod modAnim">
        <pc:chgData name="radhashah2310@outlook.com" userId="4009c2270f8f3917" providerId="LiveId" clId="{D3FA7C31-13E3-48A7-805C-4FECDEDBFDC4}" dt="2025-12-05T06:59:25.049" v="151" actId="13822"/>
        <pc:sldMkLst>
          <pc:docMk/>
          <pc:sldMk cId="2470147308" sldId="261"/>
        </pc:sldMkLst>
        <pc:spChg chg="mod">
          <ac:chgData name="radhashah2310@outlook.com" userId="4009c2270f8f3917" providerId="LiveId" clId="{D3FA7C31-13E3-48A7-805C-4FECDEDBFDC4}" dt="2025-12-05T06:41:37.940" v="95" actId="14100"/>
          <ac:spMkLst>
            <pc:docMk/>
            <pc:sldMk cId="2470147308" sldId="261"/>
            <ac:spMk id="9" creationId="{35A7C183-2C55-276F-C1E0-425B1C0B984B}"/>
          </ac:spMkLst>
        </pc:spChg>
        <pc:spChg chg="mod">
          <ac:chgData name="radhashah2310@outlook.com" userId="4009c2270f8f3917" providerId="LiveId" clId="{D3FA7C31-13E3-48A7-805C-4FECDEDBFDC4}" dt="2025-12-05T06:41:33.006" v="94" actId="1076"/>
          <ac:spMkLst>
            <pc:docMk/>
            <pc:sldMk cId="2470147308" sldId="261"/>
            <ac:spMk id="33" creationId="{54446E12-53F9-E654-6946-4977F5B20131}"/>
          </ac:spMkLst>
        </pc:spChg>
        <pc:cxnChg chg="mod">
          <ac:chgData name="radhashah2310@outlook.com" userId="4009c2270f8f3917" providerId="LiveId" clId="{D3FA7C31-13E3-48A7-805C-4FECDEDBFDC4}" dt="2025-12-05T06:59:25.049" v="151" actId="13822"/>
          <ac:cxnSpMkLst>
            <pc:docMk/>
            <pc:sldMk cId="2470147308" sldId="261"/>
            <ac:cxnSpMk id="14" creationId="{9C33CA65-5484-412A-D047-D7B168DB2B03}"/>
          </ac:cxnSpMkLst>
        </pc:cxnChg>
        <pc:cxnChg chg="mod">
          <ac:chgData name="radhashah2310@outlook.com" userId="4009c2270f8f3917" providerId="LiveId" clId="{D3FA7C31-13E3-48A7-805C-4FECDEDBFDC4}" dt="2025-12-05T06:59:14.597" v="149" actId="13822"/>
          <ac:cxnSpMkLst>
            <pc:docMk/>
            <pc:sldMk cId="2470147308" sldId="261"/>
            <ac:cxnSpMk id="23" creationId="{6ACC9570-E602-0025-9838-E75879988E5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EF1B-24A2-5D3D-ABF6-9FD2D5A7D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44081-B3D5-7B87-C2A2-CC875DDBA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FB919-DC34-2D30-6972-87D3FE63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5F535-430F-7BD3-A7EB-5D58F57A5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0AA01-70DB-7892-0FE8-4BAF16D4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04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FF75-D01F-8104-7D22-38E5592F6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16FA3-D572-FB7C-EBA0-E6D945C64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D0997-5A9F-542D-312F-8D59FC3EF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0FC2-AE0C-11DC-A271-42C5BEA84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CBBDF-F684-F6B2-B34E-C10001C30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79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B31D-C51A-5CC7-DD45-08619AAC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517B9-311E-5EC1-F10D-E284CF655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CFBD7-996A-BFD8-0F0B-A80FDA3B6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D35C9-60D3-D959-3BF0-A00CF5DEA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F969C-FA0B-FD38-0C2D-3F8B2A71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8842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E1AE-C33B-759B-7520-8A0CEED9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6196C-589C-823E-758A-B5C326A04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1C7B2-EFC4-4830-AB02-1A72B0FFF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96FCE-4BC3-4289-FFEB-C0D8388E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2D9E1-F036-9408-5EEA-A74B9FCC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07755-1137-C26C-3EEE-E8F48991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204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2F71-02DA-6BE6-A2C4-C202B88C7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59646-4F3E-4728-A960-3FE8D401B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41239-383F-0AEA-9655-3524F2DE5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703F3-7899-3BF8-F91C-D24B4AE72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234A7-A832-ECF8-C9B8-B03EEAFE7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0217B-E636-0E11-3BB4-297B0DF3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26B9D-84E0-04EE-D431-1F57B13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30CB8-AE8B-05DA-4C39-97F9E4CB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52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2A9D-8339-38FB-5B80-13BC973FD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81290-3FBD-2A45-F197-BF213EDAB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0C771-C2F5-7A86-74B7-2D70B8A6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1759A-71C2-82B8-562F-78536525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70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651B4-4238-9D74-733C-536CF1FA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DE59B-DA4B-3ECC-6C95-EB05BD29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BC65A-ACA9-8A5D-0E97-B07F93BC1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44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6676F-1D35-0C42-D53E-6F7A48DE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556E7-2AC5-1338-6F70-5D8D700C4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52952-D117-B256-ED3D-937DE45E3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881FF-9001-9480-7781-18C16159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54992-6455-DF41-CA07-A261AC16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A0C7B-532E-9BB0-245E-3F79C64B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9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91DC-B124-EB22-E64B-7C474925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AC3BB-70F8-170E-2449-61EC8329D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56410-B481-7FDC-3CBC-610780DA2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99FAC-E7A8-A9E5-C918-5D3A7894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E52CB-20AF-2156-FC8A-342A71DF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AC00A-BF99-3037-CCD6-4D9C80C7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722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D4C3-5AC0-CC5F-31F5-66822973C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47866-794A-05A6-3DA0-C1C050379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4E52A-2792-F7BF-7C64-FC538867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01293-E135-AE1D-5B3D-9E3ED211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F4F3B-B9BD-019F-5C25-CA4ECD2B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613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B9F389-DD89-DBE2-6005-2D3E85437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F8417-8ECF-73E5-4DA8-AD0E5535B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F2EF9-A732-6765-129A-80FAF01E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B3D60-9EEE-A354-C068-D953D9E9E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5C7AF-8ABD-BA5C-EC2F-63AF175F1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27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3C39E-19A3-C6DC-FCDC-F5A24B54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71F2F-A7F4-FD09-8AE1-9B2E6CE9C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B892D-7BA9-B6F1-128F-584991A13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FE410-29B1-46C8-8F1D-3FB14B7451B9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3FA25-2F1A-8598-BD6E-9F0A5CEAF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FF348-90AF-067A-8004-D1016FF3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6121F-15BB-4EA5-80D4-C49C02DB18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0CEB15-97FA-0E21-9DDC-8C2EDB99FE28}"/>
              </a:ext>
            </a:extLst>
          </p:cNvPr>
          <p:cNvCxnSpPr/>
          <p:nvPr/>
        </p:nvCxnSpPr>
        <p:spPr>
          <a:xfrm>
            <a:off x="699796" y="3107094"/>
            <a:ext cx="2239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8FD62A5-6DBD-160D-4D26-ECFB55124B13}"/>
              </a:ext>
            </a:extLst>
          </p:cNvPr>
          <p:cNvSpPr/>
          <p:nvPr/>
        </p:nvSpPr>
        <p:spPr>
          <a:xfrm>
            <a:off x="774441" y="2995126"/>
            <a:ext cx="65315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453AE0-EB77-3BFB-9617-C1AE079C006C}"/>
              </a:ext>
            </a:extLst>
          </p:cNvPr>
          <p:cNvCxnSpPr/>
          <p:nvPr/>
        </p:nvCxnSpPr>
        <p:spPr>
          <a:xfrm flipV="1">
            <a:off x="690465" y="2984862"/>
            <a:ext cx="0" cy="111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17E053-62D1-C35D-6887-68E6D64F7368}"/>
              </a:ext>
            </a:extLst>
          </p:cNvPr>
          <p:cNvCxnSpPr/>
          <p:nvPr/>
        </p:nvCxnSpPr>
        <p:spPr>
          <a:xfrm flipV="1">
            <a:off x="923731" y="2995127"/>
            <a:ext cx="0" cy="111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92DF7C32-512A-8CF6-E88F-FFE9DA8C57F9}"/>
              </a:ext>
            </a:extLst>
          </p:cNvPr>
          <p:cNvSpPr/>
          <p:nvPr/>
        </p:nvSpPr>
        <p:spPr>
          <a:xfrm>
            <a:off x="699796" y="2860305"/>
            <a:ext cx="223935" cy="24678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7DF9C2E5-0D77-6238-15C2-467FC4935D82}"/>
              </a:ext>
            </a:extLst>
          </p:cNvPr>
          <p:cNvSpPr/>
          <p:nvPr/>
        </p:nvSpPr>
        <p:spPr>
          <a:xfrm rot="16200000">
            <a:off x="701892" y="2848878"/>
            <a:ext cx="223935" cy="24678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67D5EC-FA61-8C16-29FB-2DF38DE6F053}"/>
              </a:ext>
            </a:extLst>
          </p:cNvPr>
          <p:cNvCxnSpPr/>
          <p:nvPr/>
        </p:nvCxnSpPr>
        <p:spPr>
          <a:xfrm>
            <a:off x="699796" y="3107094"/>
            <a:ext cx="74645" cy="65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11F99B5-2BCC-6391-4DC6-5790715F79D0}"/>
              </a:ext>
            </a:extLst>
          </p:cNvPr>
          <p:cNvCxnSpPr/>
          <p:nvPr/>
        </p:nvCxnSpPr>
        <p:spPr>
          <a:xfrm>
            <a:off x="823190" y="3107094"/>
            <a:ext cx="74645" cy="65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18BF0F-E7C5-F33D-BC55-AD486B123D2B}"/>
              </a:ext>
            </a:extLst>
          </p:cNvPr>
          <p:cNvCxnSpPr/>
          <p:nvPr/>
        </p:nvCxnSpPr>
        <p:spPr>
          <a:xfrm>
            <a:off x="923730" y="3107094"/>
            <a:ext cx="74645" cy="65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E7C3031-A44B-2197-1F48-343D70D905FD}"/>
              </a:ext>
            </a:extLst>
          </p:cNvPr>
          <p:cNvCxnSpPr>
            <a:cxnSpLocks/>
          </p:cNvCxnSpPr>
          <p:nvPr/>
        </p:nvCxnSpPr>
        <p:spPr>
          <a:xfrm flipV="1">
            <a:off x="807098" y="2166404"/>
            <a:ext cx="923964" cy="855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B2090F6-1C3A-C92E-E0F8-2692E78280EF}"/>
              </a:ext>
            </a:extLst>
          </p:cNvPr>
          <p:cNvSpPr/>
          <p:nvPr/>
        </p:nvSpPr>
        <p:spPr>
          <a:xfrm>
            <a:off x="6039651" y="3107094"/>
            <a:ext cx="541175" cy="256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41B0E72-F0FA-D37C-9E6B-1DB23F990D0C}"/>
              </a:ext>
            </a:extLst>
          </p:cNvPr>
          <p:cNvCxnSpPr>
            <a:cxnSpLocks/>
            <a:stCxn id="53" idx="6"/>
            <a:endCxn id="39" idx="1"/>
          </p:cNvCxnSpPr>
          <p:nvPr/>
        </p:nvCxnSpPr>
        <p:spPr>
          <a:xfrm>
            <a:off x="1763719" y="2166404"/>
            <a:ext cx="4275932" cy="1068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94BBA2D-CEDD-402D-A12B-C95FDFE58DA6}"/>
              </a:ext>
            </a:extLst>
          </p:cNvPr>
          <p:cNvCxnSpPr/>
          <p:nvPr/>
        </p:nvCxnSpPr>
        <p:spPr>
          <a:xfrm flipH="1" flipV="1">
            <a:off x="4394718" y="1154664"/>
            <a:ext cx="895739" cy="2474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1CD71256-E0C4-7FEF-D5F3-7798DA6714DC}"/>
              </a:ext>
            </a:extLst>
          </p:cNvPr>
          <p:cNvSpPr/>
          <p:nvPr/>
        </p:nvSpPr>
        <p:spPr>
          <a:xfrm>
            <a:off x="1698404" y="2143544"/>
            <a:ext cx="65315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E52EB71-7364-7BD0-B17D-15C968612F46}"/>
              </a:ext>
            </a:extLst>
          </p:cNvPr>
          <p:cNvSpPr/>
          <p:nvPr/>
        </p:nvSpPr>
        <p:spPr>
          <a:xfrm>
            <a:off x="5257799" y="3602318"/>
            <a:ext cx="65315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46F56ED-520C-AC6A-592B-9F6A1FDCB01D}"/>
              </a:ext>
            </a:extLst>
          </p:cNvPr>
          <p:cNvSpPr/>
          <p:nvPr/>
        </p:nvSpPr>
        <p:spPr>
          <a:xfrm>
            <a:off x="4371391" y="1147432"/>
            <a:ext cx="65315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FEF6695-901B-A0F3-A439-AF02F1A333C9}"/>
              </a:ext>
            </a:extLst>
          </p:cNvPr>
          <p:cNvCxnSpPr/>
          <p:nvPr/>
        </p:nvCxnSpPr>
        <p:spPr>
          <a:xfrm>
            <a:off x="4278085" y="1072787"/>
            <a:ext cx="2332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F2F513B-2CD6-17EC-D1B8-B091F5F21055}"/>
              </a:ext>
            </a:extLst>
          </p:cNvPr>
          <p:cNvCxnSpPr>
            <a:cxnSpLocks/>
          </p:cNvCxnSpPr>
          <p:nvPr/>
        </p:nvCxnSpPr>
        <p:spPr>
          <a:xfrm>
            <a:off x="4278085" y="1072787"/>
            <a:ext cx="0" cy="120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9C49B3C-B3F5-7DC2-264E-10FAD0C8CB75}"/>
              </a:ext>
            </a:extLst>
          </p:cNvPr>
          <p:cNvCxnSpPr>
            <a:cxnSpLocks/>
          </p:cNvCxnSpPr>
          <p:nvPr/>
        </p:nvCxnSpPr>
        <p:spPr>
          <a:xfrm>
            <a:off x="4511350" y="1084995"/>
            <a:ext cx="0" cy="120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Arc 89">
            <a:extLst>
              <a:ext uri="{FF2B5EF4-FFF2-40B4-BE49-F238E27FC236}">
                <a16:creationId xmlns:a16="http://schemas.microsoft.com/office/drawing/2014/main" id="{DB556634-AA98-4503-3B48-7DF6FC502B18}"/>
              </a:ext>
            </a:extLst>
          </p:cNvPr>
          <p:cNvSpPr/>
          <p:nvPr/>
        </p:nvSpPr>
        <p:spPr>
          <a:xfrm rot="10800000">
            <a:off x="4278085" y="1062994"/>
            <a:ext cx="233263" cy="25308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B7F3CFF0-8EEF-D337-CF14-D7F7554513DC}"/>
              </a:ext>
            </a:extLst>
          </p:cNvPr>
          <p:cNvSpPr/>
          <p:nvPr/>
        </p:nvSpPr>
        <p:spPr>
          <a:xfrm rot="5400000">
            <a:off x="4255338" y="1070110"/>
            <a:ext cx="233263" cy="25308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5ED20F-39FA-DA90-D579-A5AD4077BF1B}"/>
              </a:ext>
            </a:extLst>
          </p:cNvPr>
          <p:cNvCxnSpPr/>
          <p:nvPr/>
        </p:nvCxnSpPr>
        <p:spPr>
          <a:xfrm flipV="1">
            <a:off x="4278085" y="989045"/>
            <a:ext cx="93306" cy="83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865EA1E-053D-04E6-119D-2BD6BEB1A3F4}"/>
              </a:ext>
            </a:extLst>
          </p:cNvPr>
          <p:cNvCxnSpPr/>
          <p:nvPr/>
        </p:nvCxnSpPr>
        <p:spPr>
          <a:xfrm flipV="1">
            <a:off x="4384410" y="981813"/>
            <a:ext cx="93306" cy="83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35259F4-F827-F8DD-9BC1-1CC0A8603647}"/>
              </a:ext>
            </a:extLst>
          </p:cNvPr>
          <p:cNvCxnSpPr/>
          <p:nvPr/>
        </p:nvCxnSpPr>
        <p:spPr>
          <a:xfrm flipV="1">
            <a:off x="4490735" y="984497"/>
            <a:ext cx="93306" cy="83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DFD2270-AE60-6AC4-A112-6A5143A1FB57}"/>
              </a:ext>
            </a:extLst>
          </p:cNvPr>
          <p:cNvCxnSpPr>
            <a:stCxn id="39" idx="1"/>
            <a:endCxn id="54" idx="6"/>
          </p:cNvCxnSpPr>
          <p:nvPr/>
        </p:nvCxnSpPr>
        <p:spPr>
          <a:xfrm flipH="1">
            <a:off x="5323114" y="3235390"/>
            <a:ext cx="716537" cy="389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75387ED8-78DB-BA1D-1258-448B7047AC9C}"/>
              </a:ext>
            </a:extLst>
          </p:cNvPr>
          <p:cNvSpPr txBox="1"/>
          <p:nvPr/>
        </p:nvSpPr>
        <p:spPr>
          <a:xfrm>
            <a:off x="807098" y="298580"/>
            <a:ext cx="377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MECHANISM DIAGRAM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E6CC83A-57B4-FA28-2B6F-CF0F3D407CD3}"/>
              </a:ext>
            </a:extLst>
          </p:cNvPr>
          <p:cNvSpPr txBox="1"/>
          <p:nvPr/>
        </p:nvSpPr>
        <p:spPr>
          <a:xfrm>
            <a:off x="804338" y="605633"/>
            <a:ext cx="1492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= 1:2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7F1994A-70EA-8076-33DE-72E2F05B87FA}"/>
              </a:ext>
            </a:extLst>
          </p:cNvPr>
          <p:cNvSpPr txBox="1"/>
          <p:nvPr/>
        </p:nvSpPr>
        <p:spPr>
          <a:xfrm>
            <a:off x="774441" y="4245429"/>
            <a:ext cx="438539" cy="46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14ECE40-1934-15FB-DC21-7180D1913C75}"/>
              </a:ext>
            </a:extLst>
          </p:cNvPr>
          <p:cNvSpPr txBox="1"/>
          <p:nvPr/>
        </p:nvSpPr>
        <p:spPr>
          <a:xfrm>
            <a:off x="926841" y="4397829"/>
            <a:ext cx="438539" cy="46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2045EC-9ACB-3A2C-D120-8AA7F87CDB63}"/>
              </a:ext>
            </a:extLst>
          </p:cNvPr>
          <p:cNvSpPr txBox="1"/>
          <p:nvPr/>
        </p:nvSpPr>
        <p:spPr>
          <a:xfrm>
            <a:off x="3929859" y="897676"/>
            <a:ext cx="43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FCBB583-9054-4ECF-A65B-4287BC0A6142}"/>
              </a:ext>
            </a:extLst>
          </p:cNvPr>
          <p:cNvSpPr txBox="1"/>
          <p:nvPr/>
        </p:nvSpPr>
        <p:spPr>
          <a:xfrm>
            <a:off x="412879" y="2768695"/>
            <a:ext cx="43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45231F2-C3DA-EC47-5D11-D3A560462643}"/>
              </a:ext>
            </a:extLst>
          </p:cNvPr>
          <p:cNvSpPr txBox="1"/>
          <p:nvPr/>
        </p:nvSpPr>
        <p:spPr>
          <a:xfrm>
            <a:off x="1619094" y="1874361"/>
            <a:ext cx="43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C343CEE-CA1F-E517-FD3E-22A476CEAA57}"/>
              </a:ext>
            </a:extLst>
          </p:cNvPr>
          <p:cNvSpPr txBox="1"/>
          <p:nvPr/>
        </p:nvSpPr>
        <p:spPr>
          <a:xfrm>
            <a:off x="5155158" y="3619059"/>
            <a:ext cx="438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endParaRPr lang="en-IN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BDDADC9-F3F3-CEE7-CE27-2EC87405E2C2}"/>
              </a:ext>
            </a:extLst>
          </p:cNvPr>
          <p:cNvSpPr txBox="1"/>
          <p:nvPr/>
        </p:nvSpPr>
        <p:spPr>
          <a:xfrm>
            <a:off x="5719709" y="2882098"/>
            <a:ext cx="43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80A3486-350C-F10B-C1D1-FAEEF14A6443}"/>
              </a:ext>
            </a:extLst>
          </p:cNvPr>
          <p:cNvCxnSpPr>
            <a:cxnSpLocks/>
          </p:cNvCxnSpPr>
          <p:nvPr/>
        </p:nvCxnSpPr>
        <p:spPr>
          <a:xfrm>
            <a:off x="5926127" y="3084240"/>
            <a:ext cx="7682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847479-B7CC-6933-808B-B9B23C31EEED}"/>
              </a:ext>
            </a:extLst>
          </p:cNvPr>
          <p:cNvCxnSpPr/>
          <p:nvPr/>
        </p:nvCxnSpPr>
        <p:spPr>
          <a:xfrm flipV="1">
            <a:off x="5926127" y="2995126"/>
            <a:ext cx="113524" cy="89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6E6D108-71E1-E790-6668-DC9EDE714C2B}"/>
              </a:ext>
            </a:extLst>
          </p:cNvPr>
          <p:cNvCxnSpPr/>
          <p:nvPr/>
        </p:nvCxnSpPr>
        <p:spPr>
          <a:xfrm flipV="1">
            <a:off x="6024292" y="2991543"/>
            <a:ext cx="113524" cy="89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3EBF14B-0ADE-BB7A-B41B-B1B32B3A05AB}"/>
              </a:ext>
            </a:extLst>
          </p:cNvPr>
          <p:cNvCxnSpPr/>
          <p:nvPr/>
        </p:nvCxnSpPr>
        <p:spPr>
          <a:xfrm flipV="1">
            <a:off x="6139952" y="3007715"/>
            <a:ext cx="113524" cy="89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C460863-20DD-83F8-AB16-D761ECD81D42}"/>
              </a:ext>
            </a:extLst>
          </p:cNvPr>
          <p:cNvCxnSpPr/>
          <p:nvPr/>
        </p:nvCxnSpPr>
        <p:spPr>
          <a:xfrm flipV="1">
            <a:off x="6285937" y="2998710"/>
            <a:ext cx="113524" cy="89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F1EA4FF-AEFA-364A-1E3B-3DF5EFF57851}"/>
              </a:ext>
            </a:extLst>
          </p:cNvPr>
          <p:cNvCxnSpPr/>
          <p:nvPr/>
        </p:nvCxnSpPr>
        <p:spPr>
          <a:xfrm flipV="1">
            <a:off x="6401354" y="2991543"/>
            <a:ext cx="113524" cy="89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627B7E6-D8B6-5072-B0A7-04CFAE8825B8}"/>
              </a:ext>
            </a:extLst>
          </p:cNvPr>
          <p:cNvCxnSpPr>
            <a:cxnSpLocks/>
          </p:cNvCxnSpPr>
          <p:nvPr/>
        </p:nvCxnSpPr>
        <p:spPr>
          <a:xfrm flipV="1">
            <a:off x="6078527" y="3147526"/>
            <a:ext cx="113524" cy="89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54DA3094-0356-84B4-48F3-2AF43D3F30FD}"/>
              </a:ext>
            </a:extLst>
          </p:cNvPr>
          <p:cNvCxnSpPr/>
          <p:nvPr/>
        </p:nvCxnSpPr>
        <p:spPr>
          <a:xfrm flipV="1">
            <a:off x="6499763" y="3005853"/>
            <a:ext cx="113524" cy="89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7C5F55D0-1327-632E-CCCE-DB4BAA5FD82C}"/>
              </a:ext>
            </a:extLst>
          </p:cNvPr>
          <p:cNvCxnSpPr/>
          <p:nvPr/>
        </p:nvCxnSpPr>
        <p:spPr>
          <a:xfrm flipV="1">
            <a:off x="6614985" y="2991543"/>
            <a:ext cx="113524" cy="89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7" name="Picture 156">
            <a:extLst>
              <a:ext uri="{FF2B5EF4-FFF2-40B4-BE49-F238E27FC236}">
                <a16:creationId xmlns:a16="http://schemas.microsoft.com/office/drawing/2014/main" id="{603A1C0C-0E8E-8B3E-F05F-9540FD483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5904818" y="3374131"/>
            <a:ext cx="810838" cy="109738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08922F06-BC38-F76C-3CF8-42CD0C99FE99}"/>
              </a:ext>
            </a:extLst>
          </p:cNvPr>
          <p:cNvSpPr txBox="1"/>
          <p:nvPr/>
        </p:nvSpPr>
        <p:spPr>
          <a:xfrm>
            <a:off x="807098" y="4116360"/>
            <a:ext cx="45160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 = 50mm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= 200mm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 = 50mm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BQ = 100mm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axis slider S and Q IS 90mm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axis of O and slider S is 10mm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axis of vertical axis of O and Q is 150mm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28FA2AB3-08F5-F71E-AA91-E96917546AAE}"/>
              </a:ext>
            </a:extLst>
          </p:cNvPr>
          <p:cNvCxnSpPr>
            <a:cxnSpLocks/>
          </p:cNvCxnSpPr>
          <p:nvPr/>
        </p:nvCxnSpPr>
        <p:spPr>
          <a:xfrm>
            <a:off x="280460" y="3026770"/>
            <a:ext cx="1486370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A5ECF56-56C9-E1A6-F5AE-B4F11A35F7E4}"/>
              </a:ext>
            </a:extLst>
          </p:cNvPr>
          <p:cNvCxnSpPr>
            <a:cxnSpLocks/>
          </p:cNvCxnSpPr>
          <p:nvPr/>
        </p:nvCxnSpPr>
        <p:spPr>
          <a:xfrm>
            <a:off x="4579929" y="3238941"/>
            <a:ext cx="1486370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25E4D062-3FEA-C880-21CC-EDDA604599FE}"/>
              </a:ext>
            </a:extLst>
          </p:cNvPr>
          <p:cNvCxnSpPr>
            <a:cxnSpLocks/>
          </p:cNvCxnSpPr>
          <p:nvPr/>
        </p:nvCxnSpPr>
        <p:spPr>
          <a:xfrm>
            <a:off x="3734531" y="1177289"/>
            <a:ext cx="1486370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5185B31E-A566-513B-6D07-1CA032D72D97}"/>
              </a:ext>
            </a:extLst>
          </p:cNvPr>
          <p:cNvCxnSpPr>
            <a:cxnSpLocks/>
          </p:cNvCxnSpPr>
          <p:nvPr/>
        </p:nvCxnSpPr>
        <p:spPr>
          <a:xfrm>
            <a:off x="4394716" y="684398"/>
            <a:ext cx="0" cy="1038181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1EE93D9-D01C-8DBE-C561-07D7528D93B4}"/>
              </a:ext>
            </a:extLst>
          </p:cNvPr>
          <p:cNvCxnSpPr>
            <a:cxnSpLocks/>
          </p:cNvCxnSpPr>
          <p:nvPr/>
        </p:nvCxnSpPr>
        <p:spPr>
          <a:xfrm>
            <a:off x="823190" y="2456979"/>
            <a:ext cx="0" cy="1038181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534C1EDC-B67C-FFCC-042D-5E42CD8FC4E7}"/>
              </a:ext>
            </a:extLst>
          </p:cNvPr>
          <p:cNvSpPr/>
          <p:nvPr/>
        </p:nvSpPr>
        <p:spPr>
          <a:xfrm rot="13423684">
            <a:off x="940012" y="2632798"/>
            <a:ext cx="314757" cy="16771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8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4" grpId="0" animBg="1"/>
      <p:bldP spid="26" grpId="0" animBg="1"/>
      <p:bldP spid="39" grpId="0" animBg="1"/>
      <p:bldP spid="53" grpId="0" animBg="1"/>
      <p:bldP spid="54" grpId="0" animBg="1"/>
      <p:bldP spid="82" grpId="0" animBg="1"/>
      <p:bldP spid="90" grpId="0" animBg="1"/>
      <p:bldP spid="91" grpId="0" animBg="1"/>
      <p:bldP spid="106" grpId="0"/>
      <p:bldP spid="107" grpId="0"/>
      <p:bldP spid="111" grpId="0"/>
      <p:bldP spid="112" grpId="0"/>
      <p:bldP spid="114" grpId="0"/>
      <p:bldP spid="115" grpId="0"/>
      <p:bldP spid="116" grpId="0"/>
      <p:bldP spid="158" grpId="0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D65AB-372D-023F-8BC3-CA6578E1B93F}"/>
              </a:ext>
            </a:extLst>
          </p:cNvPr>
          <p:cNvSpPr txBox="1"/>
          <p:nvPr/>
        </p:nvSpPr>
        <p:spPr>
          <a:xfrm>
            <a:off x="550506" y="354563"/>
            <a:ext cx="348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 DIAGRAM</a:t>
            </a:r>
            <a:endParaRPr lang="en-IN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FE2D738-A35F-1B52-336D-3A0ACBD45FD6}"/>
              </a:ext>
            </a:extLst>
          </p:cNvPr>
          <p:cNvCxnSpPr/>
          <p:nvPr/>
        </p:nvCxnSpPr>
        <p:spPr>
          <a:xfrm flipH="1" flipV="1">
            <a:off x="2407298" y="1287625"/>
            <a:ext cx="2565919" cy="2360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7F8B32-93B0-02AE-9024-98EB68A7D4A2}"/>
              </a:ext>
            </a:extLst>
          </p:cNvPr>
          <p:cNvCxnSpPr>
            <a:cxnSpLocks/>
          </p:cNvCxnSpPr>
          <p:nvPr/>
        </p:nvCxnSpPr>
        <p:spPr>
          <a:xfrm flipH="1">
            <a:off x="1796142" y="1287625"/>
            <a:ext cx="611156" cy="2360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1F4AF0-3BE2-3566-6C25-190FDFD0E05E}"/>
              </a:ext>
            </a:extLst>
          </p:cNvPr>
          <p:cNvCxnSpPr>
            <a:cxnSpLocks/>
          </p:cNvCxnSpPr>
          <p:nvPr/>
        </p:nvCxnSpPr>
        <p:spPr>
          <a:xfrm flipH="1">
            <a:off x="1782146" y="3648269"/>
            <a:ext cx="31910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787071-619B-F8D9-BE3D-631AFFB3CCC2}"/>
              </a:ext>
            </a:extLst>
          </p:cNvPr>
          <p:cNvCxnSpPr>
            <a:cxnSpLocks/>
          </p:cNvCxnSpPr>
          <p:nvPr/>
        </p:nvCxnSpPr>
        <p:spPr>
          <a:xfrm>
            <a:off x="1796142" y="3573624"/>
            <a:ext cx="499188" cy="1109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A273AB-D9D7-2B83-2279-3708FA10F667}"/>
              </a:ext>
            </a:extLst>
          </p:cNvPr>
          <p:cNvCxnSpPr>
            <a:cxnSpLocks/>
          </p:cNvCxnSpPr>
          <p:nvPr/>
        </p:nvCxnSpPr>
        <p:spPr>
          <a:xfrm flipH="1">
            <a:off x="2295330" y="3648270"/>
            <a:ext cx="2677887" cy="1034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255092-6F13-8453-D91B-D3516265C216}"/>
              </a:ext>
            </a:extLst>
          </p:cNvPr>
          <p:cNvSpPr txBox="1"/>
          <p:nvPr/>
        </p:nvSpPr>
        <p:spPr>
          <a:xfrm>
            <a:off x="4968552" y="3494380"/>
            <a:ext cx="1502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q, g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C34A98-36F0-1A74-21D8-A88FDFD2EB30}"/>
              </a:ext>
            </a:extLst>
          </p:cNvPr>
          <p:cNvSpPr txBox="1"/>
          <p:nvPr/>
        </p:nvSpPr>
        <p:spPr>
          <a:xfrm>
            <a:off x="2164702" y="1094115"/>
            <a:ext cx="121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253C17-C050-4C30-1F90-4FE490513B2F}"/>
              </a:ext>
            </a:extLst>
          </p:cNvPr>
          <p:cNvSpPr txBox="1"/>
          <p:nvPr/>
        </p:nvSpPr>
        <p:spPr>
          <a:xfrm>
            <a:off x="1551215" y="3494380"/>
            <a:ext cx="121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ABF949-9734-2C58-CC6D-BF06D298A7F3}"/>
              </a:ext>
            </a:extLst>
          </p:cNvPr>
          <p:cNvSpPr txBox="1"/>
          <p:nvPr/>
        </p:nvSpPr>
        <p:spPr>
          <a:xfrm>
            <a:off x="2045736" y="4606319"/>
            <a:ext cx="121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25DEC0-5054-4734-4685-14566AB1AB9B}"/>
              </a:ext>
            </a:extLst>
          </p:cNvPr>
          <p:cNvCxnSpPr/>
          <p:nvPr/>
        </p:nvCxnSpPr>
        <p:spPr>
          <a:xfrm>
            <a:off x="3561962" y="2095056"/>
            <a:ext cx="2565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B4FE54-A0E5-F8E1-E2FC-88E489ADA55F}"/>
              </a:ext>
            </a:extLst>
          </p:cNvPr>
          <p:cNvSpPr txBox="1"/>
          <p:nvPr/>
        </p:nvSpPr>
        <p:spPr>
          <a:xfrm>
            <a:off x="1749489" y="2323467"/>
            <a:ext cx="2043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FEFD0D-49CD-AAEC-A4D7-9E000EF3ECAE}"/>
              </a:ext>
            </a:extLst>
          </p:cNvPr>
          <p:cNvCxnSpPr/>
          <p:nvPr/>
        </p:nvCxnSpPr>
        <p:spPr>
          <a:xfrm>
            <a:off x="1782146" y="2391003"/>
            <a:ext cx="2565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DF95B7D-97EE-732E-E07B-805DB43F027D}"/>
              </a:ext>
            </a:extLst>
          </p:cNvPr>
          <p:cNvSpPr txBox="1"/>
          <p:nvPr/>
        </p:nvSpPr>
        <p:spPr>
          <a:xfrm>
            <a:off x="2736200" y="3363620"/>
            <a:ext cx="2043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7F56DD-2B09-C90B-8A5C-5297F4545415}"/>
              </a:ext>
            </a:extLst>
          </p:cNvPr>
          <p:cNvSpPr txBox="1"/>
          <p:nvPr/>
        </p:nvSpPr>
        <p:spPr>
          <a:xfrm>
            <a:off x="1590869" y="3921940"/>
            <a:ext cx="2043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2F834C-7CBB-E20A-9E37-4FB8C8610B93}"/>
              </a:ext>
            </a:extLst>
          </p:cNvPr>
          <p:cNvSpPr txBox="1"/>
          <p:nvPr/>
        </p:nvSpPr>
        <p:spPr>
          <a:xfrm>
            <a:off x="3377681" y="4317784"/>
            <a:ext cx="2043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bq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97C824A-1616-4D14-CF3B-12F9858E906E}"/>
              </a:ext>
            </a:extLst>
          </p:cNvPr>
          <p:cNvCxnSpPr/>
          <p:nvPr/>
        </p:nvCxnSpPr>
        <p:spPr>
          <a:xfrm>
            <a:off x="1653851" y="3979731"/>
            <a:ext cx="2565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EBFE7A-05FC-F01D-25EF-58B9417F04C1}"/>
              </a:ext>
            </a:extLst>
          </p:cNvPr>
          <p:cNvCxnSpPr/>
          <p:nvPr/>
        </p:nvCxnSpPr>
        <p:spPr>
          <a:xfrm>
            <a:off x="2771191" y="3424335"/>
            <a:ext cx="2565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53190A1-586F-EC68-F24D-710F9682349D}"/>
              </a:ext>
            </a:extLst>
          </p:cNvPr>
          <p:cNvCxnSpPr/>
          <p:nvPr/>
        </p:nvCxnSpPr>
        <p:spPr>
          <a:xfrm>
            <a:off x="3433667" y="4375487"/>
            <a:ext cx="2565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4705C10-2509-21F6-456C-65700F94A5AE}"/>
              </a:ext>
            </a:extLst>
          </p:cNvPr>
          <p:cNvSpPr txBox="1"/>
          <p:nvPr/>
        </p:nvSpPr>
        <p:spPr>
          <a:xfrm>
            <a:off x="3522306" y="2032743"/>
            <a:ext cx="2043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2BD59A-A358-1E34-ECE3-43301A71E1AF}"/>
              </a:ext>
            </a:extLst>
          </p:cNvPr>
          <p:cNvSpPr txBox="1"/>
          <p:nvPr/>
        </p:nvSpPr>
        <p:spPr>
          <a:xfrm>
            <a:off x="6470781" y="832505"/>
            <a:ext cx="3993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SCALE OF VELCOITY DIAGRAM</a:t>
            </a:r>
          </a:p>
          <a:p>
            <a:r>
              <a:rPr lang="en-US" sz="1600" b="1" dirty="0"/>
              <a:t>1.04719 m/s = 10cm</a:t>
            </a:r>
            <a:endParaRPr lang="en-IN" sz="2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A9986E-9E01-E423-89DC-BE8276B52AF3}"/>
              </a:ext>
            </a:extLst>
          </p:cNvPr>
          <p:cNvSpPr txBox="1"/>
          <p:nvPr/>
        </p:nvSpPr>
        <p:spPr>
          <a:xfrm>
            <a:off x="6470781" y="1660849"/>
            <a:ext cx="43527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1.04719 m/s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6.9*0.104719 = 0.7225611 m/s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2.8*0.1047419 = 0.2932132 m/s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bq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9.3*0.104719 = 0.9738867 m/s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9.1*0.104719 =0.9529 m/s </a:t>
            </a:r>
            <a:endParaRPr lang="en-US" sz="16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67379-0146-8F13-9955-E7F3F0C364A7}"/>
              </a:ext>
            </a:extLst>
          </p:cNvPr>
          <p:cNvSpPr txBox="1"/>
          <p:nvPr/>
        </p:nvSpPr>
        <p:spPr>
          <a:xfrm>
            <a:off x="6470781" y="3640619"/>
            <a:ext cx="40673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20.94 rad/s</a:t>
            </a:r>
          </a:p>
          <a:p>
            <a:r>
              <a:rPr lang="el-G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3.6128 rad/s</a:t>
            </a:r>
            <a:endParaRPr lang="en-US" sz="16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5.8642 rad/s</a:t>
            </a:r>
            <a:endParaRPr lang="en-US" sz="16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bq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9.7388 rad/s</a:t>
            </a:r>
            <a:endParaRPr lang="en-US" sz="16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rad/s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95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/>
      <p:bldP spid="23" grpId="0"/>
      <p:bldP spid="24" grpId="0"/>
      <p:bldP spid="25" grpId="0"/>
      <p:bldP spid="30" grpId="0"/>
      <p:bldP spid="32" grpId="0"/>
      <p:bldP spid="33" grpId="0"/>
      <p:bldP spid="34" grpId="0"/>
      <p:bldP spid="38" grpId="0"/>
      <p:bldP spid="39" grpId="0"/>
      <p:bldP spid="40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F5F37D-9551-2E3A-0C25-522EF7DC75F4}"/>
              </a:ext>
            </a:extLst>
          </p:cNvPr>
          <p:cNvSpPr txBox="1"/>
          <p:nvPr/>
        </p:nvSpPr>
        <p:spPr>
          <a:xfrm>
            <a:off x="304159" y="181821"/>
            <a:ext cx="3704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ACCLERATION MECHANISM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EC9C87C-EB41-28F0-F021-B5AFEBCEE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964437"/>
              </p:ext>
            </p:extLst>
          </p:nvPr>
        </p:nvGraphicFramePr>
        <p:xfrm>
          <a:off x="5571672" y="658015"/>
          <a:ext cx="6451211" cy="2985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501">
                  <a:extLst>
                    <a:ext uri="{9D8B030D-6E8A-4147-A177-3AD203B41FA5}">
                      <a16:colId xmlns:a16="http://schemas.microsoft.com/office/drawing/2014/main" val="4289500707"/>
                    </a:ext>
                  </a:extLst>
                </a:gridCol>
                <a:gridCol w="506201">
                  <a:extLst>
                    <a:ext uri="{9D8B030D-6E8A-4147-A177-3AD203B41FA5}">
                      <a16:colId xmlns:a16="http://schemas.microsoft.com/office/drawing/2014/main" val="2745598333"/>
                    </a:ext>
                  </a:extLst>
                </a:gridCol>
                <a:gridCol w="880250">
                  <a:extLst>
                    <a:ext uri="{9D8B030D-6E8A-4147-A177-3AD203B41FA5}">
                      <a16:colId xmlns:a16="http://schemas.microsoft.com/office/drawing/2014/main" val="2378283937"/>
                    </a:ext>
                  </a:extLst>
                </a:gridCol>
                <a:gridCol w="2190229">
                  <a:extLst>
                    <a:ext uri="{9D8B030D-6E8A-4147-A177-3AD203B41FA5}">
                      <a16:colId xmlns:a16="http://schemas.microsoft.com/office/drawing/2014/main" val="1913630808"/>
                    </a:ext>
                  </a:extLst>
                </a:gridCol>
                <a:gridCol w="1546205">
                  <a:extLst>
                    <a:ext uri="{9D8B030D-6E8A-4147-A177-3AD203B41FA5}">
                      <a16:colId xmlns:a16="http://schemas.microsoft.com/office/drawing/2014/main" val="3901569384"/>
                    </a:ext>
                  </a:extLst>
                </a:gridCol>
                <a:gridCol w="891825">
                  <a:extLst>
                    <a:ext uri="{9D8B030D-6E8A-4147-A177-3AD203B41FA5}">
                      <a16:colId xmlns:a16="http://schemas.microsoft.com/office/drawing/2014/main" val="4000368158"/>
                    </a:ext>
                  </a:extLst>
                </a:gridCol>
              </a:tblGrid>
              <a:tr h="333819">
                <a:tc row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oa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oa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16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oa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/OA 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(10*0.104719)</a:t>
                      </a:r>
                      <a:r>
                        <a:rPr lang="en-US" sz="16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/0.05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21.93 m/s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10cm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224588"/>
                  </a:ext>
                </a:extLst>
              </a:tr>
              <a:tr h="369224">
                <a:tc v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oa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ao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*OA 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0*0.05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m/s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0cm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529678"/>
                  </a:ext>
                </a:extLst>
              </a:tr>
              <a:tr h="434584">
                <a:tc rowSpan="2"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/AS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(6.9*0.104719)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/0.2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2.61 m/s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2.61cm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437787"/>
                  </a:ext>
                </a:extLst>
              </a:tr>
              <a:tr h="369224">
                <a:tc v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*AS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 </a:t>
                      </a:r>
                      <a:r>
                        <a:rPr lang="en-US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76.755 rad/s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15.351 m/s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7cm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35931"/>
                  </a:ext>
                </a:extLst>
              </a:tr>
              <a:tr h="369224">
                <a:tc rowSpan="2"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/SB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(2.8*0.104719)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/0.05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1.719 m/s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0.8cm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329748"/>
                  </a:ext>
                </a:extLst>
              </a:tr>
              <a:tr h="369224">
                <a:tc v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*SB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 </a:t>
                      </a:r>
                      <a:r>
                        <a:rPr lang="en-US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87.72 rad/s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4.386 m/s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2cm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233255"/>
                  </a:ext>
                </a:extLst>
              </a:tr>
              <a:tr h="369224">
                <a:tc rowSpan="2"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qb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qb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qb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/QB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(9.3*0.104719)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/0.1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9.4845 m/s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4.3cm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424539"/>
                  </a:ext>
                </a:extLst>
              </a:tr>
              <a:tr h="369224">
                <a:tc v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qb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qb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*QB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sz="16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qb</a:t>
                      </a:r>
                      <a:r>
                        <a:rPr lang="en-US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140.352 rad/s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14.0352 m/s</a:t>
                      </a:r>
                      <a:r>
                        <a:rPr lang="en-US" sz="16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.4cm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965064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33CA65-5484-412A-D047-D7B168DB2B03}"/>
              </a:ext>
            </a:extLst>
          </p:cNvPr>
          <p:cNvCxnSpPr/>
          <p:nvPr/>
        </p:nvCxnSpPr>
        <p:spPr>
          <a:xfrm flipH="1">
            <a:off x="1819470" y="2631232"/>
            <a:ext cx="3303037" cy="3125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477636-55CE-4CDB-1B39-670DA579BB9B}"/>
              </a:ext>
            </a:extLst>
          </p:cNvPr>
          <p:cNvCxnSpPr/>
          <p:nvPr/>
        </p:nvCxnSpPr>
        <p:spPr>
          <a:xfrm flipH="1" flipV="1">
            <a:off x="1148186" y="5598368"/>
            <a:ext cx="718457" cy="158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EB5635-1947-E6B6-84CB-ACDDA69F4362}"/>
              </a:ext>
            </a:extLst>
          </p:cNvPr>
          <p:cNvCxnSpPr>
            <a:cxnSpLocks/>
          </p:cNvCxnSpPr>
          <p:nvPr/>
        </p:nvCxnSpPr>
        <p:spPr>
          <a:xfrm flipV="1">
            <a:off x="1148186" y="2631231"/>
            <a:ext cx="907658" cy="2967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CC9570-E602-0025-9838-E75879988E5E}"/>
              </a:ext>
            </a:extLst>
          </p:cNvPr>
          <p:cNvCxnSpPr>
            <a:cxnSpLocks/>
          </p:cNvCxnSpPr>
          <p:nvPr/>
        </p:nvCxnSpPr>
        <p:spPr>
          <a:xfrm flipH="1">
            <a:off x="2055844" y="2631232"/>
            <a:ext cx="30666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300DCEF-BD48-0F47-2797-226470C40855}"/>
              </a:ext>
            </a:extLst>
          </p:cNvPr>
          <p:cNvCxnSpPr/>
          <p:nvPr/>
        </p:nvCxnSpPr>
        <p:spPr>
          <a:xfrm flipV="1">
            <a:off x="1819470" y="2631231"/>
            <a:ext cx="236374" cy="3125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9117583-33CE-8664-210C-368F2BC56E9C}"/>
              </a:ext>
            </a:extLst>
          </p:cNvPr>
          <p:cNvSpPr txBox="1"/>
          <p:nvPr/>
        </p:nvSpPr>
        <p:spPr>
          <a:xfrm>
            <a:off x="3338027" y="4231433"/>
            <a:ext cx="4875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446E12-53F9-E654-6946-4977F5B20131}"/>
              </a:ext>
            </a:extLst>
          </p:cNvPr>
          <p:cNvSpPr txBox="1"/>
          <p:nvPr/>
        </p:nvSpPr>
        <p:spPr>
          <a:xfrm>
            <a:off x="1271753" y="5616602"/>
            <a:ext cx="5341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3B8C7D-1099-2D9B-D658-EF7E35933EB3}"/>
              </a:ext>
            </a:extLst>
          </p:cNvPr>
          <p:cNvSpPr txBox="1"/>
          <p:nvPr/>
        </p:nvSpPr>
        <p:spPr>
          <a:xfrm>
            <a:off x="1937657" y="3862101"/>
            <a:ext cx="4875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8BB967-EBAC-E579-D8B3-3D835D9EB5D4}"/>
              </a:ext>
            </a:extLst>
          </p:cNvPr>
          <p:cNvSpPr txBox="1"/>
          <p:nvPr/>
        </p:nvSpPr>
        <p:spPr>
          <a:xfrm>
            <a:off x="1148186" y="3996608"/>
            <a:ext cx="5499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58EF9C-D7CC-0175-C95B-C30818FAC200}"/>
              </a:ext>
            </a:extLst>
          </p:cNvPr>
          <p:cNvCxnSpPr>
            <a:cxnSpLocks/>
          </p:cNvCxnSpPr>
          <p:nvPr/>
        </p:nvCxnSpPr>
        <p:spPr>
          <a:xfrm flipH="1" flipV="1">
            <a:off x="4473769" y="805819"/>
            <a:ext cx="648738" cy="1825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A74B336-5CF6-52A9-8618-04D39C5646C5}"/>
              </a:ext>
            </a:extLst>
          </p:cNvPr>
          <p:cNvCxnSpPr>
            <a:cxnSpLocks/>
          </p:cNvCxnSpPr>
          <p:nvPr/>
        </p:nvCxnSpPr>
        <p:spPr>
          <a:xfrm flipH="1">
            <a:off x="2511490" y="805819"/>
            <a:ext cx="1962279" cy="479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584FF5-E1DD-0BEF-91E5-FB55FCAEF138}"/>
              </a:ext>
            </a:extLst>
          </p:cNvPr>
          <p:cNvCxnSpPr/>
          <p:nvPr/>
        </p:nvCxnSpPr>
        <p:spPr>
          <a:xfrm flipH="1" flipV="1">
            <a:off x="2511490" y="1284900"/>
            <a:ext cx="93306" cy="1334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EB235F8-EEC0-2640-4A84-91A8854E93F7}"/>
              </a:ext>
            </a:extLst>
          </p:cNvPr>
          <p:cNvSpPr txBox="1"/>
          <p:nvPr/>
        </p:nvSpPr>
        <p:spPr>
          <a:xfrm>
            <a:off x="3047223" y="2605560"/>
            <a:ext cx="431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48AD6E-B415-4B8B-7436-FFCDC7893955}"/>
              </a:ext>
            </a:extLst>
          </p:cNvPr>
          <p:cNvSpPr txBox="1"/>
          <p:nvPr/>
        </p:nvSpPr>
        <p:spPr>
          <a:xfrm>
            <a:off x="4798138" y="1456735"/>
            <a:ext cx="553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qb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24DE70-EC93-F629-91F1-24F95FA209A4}"/>
              </a:ext>
            </a:extLst>
          </p:cNvPr>
          <p:cNvSpPr txBox="1"/>
          <p:nvPr/>
        </p:nvSpPr>
        <p:spPr>
          <a:xfrm>
            <a:off x="3047223" y="676027"/>
            <a:ext cx="648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qb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D626D88-27EB-4EA0-F6C8-1969EF78517C}"/>
              </a:ext>
            </a:extLst>
          </p:cNvPr>
          <p:cNvCxnSpPr>
            <a:cxnSpLocks/>
          </p:cNvCxnSpPr>
          <p:nvPr/>
        </p:nvCxnSpPr>
        <p:spPr>
          <a:xfrm flipH="1" flipV="1">
            <a:off x="2511490" y="1296956"/>
            <a:ext cx="2611017" cy="13342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822897C-AE72-9615-A715-7CE4EAEF1A8D}"/>
              </a:ext>
            </a:extLst>
          </p:cNvPr>
          <p:cNvSpPr txBox="1"/>
          <p:nvPr/>
        </p:nvSpPr>
        <p:spPr>
          <a:xfrm>
            <a:off x="3393752" y="1768931"/>
            <a:ext cx="431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qb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C8C116-856A-BE51-7300-6D23FCC2B668}"/>
              </a:ext>
            </a:extLst>
          </p:cNvPr>
          <p:cNvSpPr txBox="1"/>
          <p:nvPr/>
        </p:nvSpPr>
        <p:spPr>
          <a:xfrm>
            <a:off x="2494385" y="1932342"/>
            <a:ext cx="55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49EED09-0510-83F9-FD34-BA50DD9AFFFC}"/>
              </a:ext>
            </a:extLst>
          </p:cNvPr>
          <p:cNvCxnSpPr>
            <a:cxnSpLocks/>
          </p:cNvCxnSpPr>
          <p:nvPr/>
        </p:nvCxnSpPr>
        <p:spPr>
          <a:xfrm>
            <a:off x="2052476" y="2621439"/>
            <a:ext cx="598195" cy="7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23D4803-0F42-A17D-21F1-F2313E28B110}"/>
              </a:ext>
            </a:extLst>
          </p:cNvPr>
          <p:cNvSpPr txBox="1"/>
          <p:nvPr/>
        </p:nvSpPr>
        <p:spPr>
          <a:xfrm>
            <a:off x="2156286" y="2320891"/>
            <a:ext cx="441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0ADC183-D7EF-007E-0542-C4F1771BE9F6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2045220" y="1296956"/>
            <a:ext cx="449165" cy="13160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A572FC4-13BD-A21B-E484-26CF4E078E32}"/>
              </a:ext>
            </a:extLst>
          </p:cNvPr>
          <p:cNvSpPr txBox="1"/>
          <p:nvPr/>
        </p:nvSpPr>
        <p:spPr>
          <a:xfrm>
            <a:off x="1955154" y="1736332"/>
            <a:ext cx="4302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81CDC-6280-19A3-CE7F-62BB4E320D7F}"/>
              </a:ext>
            </a:extLst>
          </p:cNvPr>
          <p:cNvSpPr txBox="1"/>
          <p:nvPr/>
        </p:nvSpPr>
        <p:spPr>
          <a:xfrm>
            <a:off x="4984101" y="2631231"/>
            <a:ext cx="727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q, g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541E79-4221-DAF8-6C75-AAEEDAB6AC0D}"/>
              </a:ext>
            </a:extLst>
          </p:cNvPr>
          <p:cNvSpPr txBox="1"/>
          <p:nvPr/>
        </p:nvSpPr>
        <p:spPr>
          <a:xfrm>
            <a:off x="1792391" y="5672880"/>
            <a:ext cx="727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7C183-2C55-276F-C1E0-425B1C0B984B}"/>
              </a:ext>
            </a:extLst>
          </p:cNvPr>
          <p:cNvSpPr txBox="1"/>
          <p:nvPr/>
        </p:nvSpPr>
        <p:spPr>
          <a:xfrm>
            <a:off x="912457" y="5468592"/>
            <a:ext cx="345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554499-6D8D-1387-E4B5-B809DA275082}"/>
              </a:ext>
            </a:extLst>
          </p:cNvPr>
          <p:cNvSpPr txBox="1"/>
          <p:nvPr/>
        </p:nvSpPr>
        <p:spPr>
          <a:xfrm>
            <a:off x="2282633" y="1015733"/>
            <a:ext cx="727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FCA215-DF9E-40FB-F8BE-11458DA01E89}"/>
              </a:ext>
            </a:extLst>
          </p:cNvPr>
          <p:cNvSpPr txBox="1"/>
          <p:nvPr/>
        </p:nvSpPr>
        <p:spPr>
          <a:xfrm>
            <a:off x="4343662" y="504127"/>
            <a:ext cx="727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D23DBF-B746-309C-EAF9-1DB57CEB2DE9}"/>
              </a:ext>
            </a:extLst>
          </p:cNvPr>
          <p:cNvSpPr txBox="1"/>
          <p:nvPr/>
        </p:nvSpPr>
        <p:spPr>
          <a:xfrm>
            <a:off x="1808846" y="2459108"/>
            <a:ext cx="236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76B99F-12A5-E82C-A380-66603B996756}"/>
              </a:ext>
            </a:extLst>
          </p:cNvPr>
          <p:cNvSpPr txBox="1"/>
          <p:nvPr/>
        </p:nvSpPr>
        <p:spPr>
          <a:xfrm>
            <a:off x="2482460" y="2591447"/>
            <a:ext cx="6655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14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33" grpId="0"/>
      <p:bldP spid="35" grpId="0"/>
      <p:bldP spid="37" grpId="0"/>
      <p:bldP spid="52" grpId="0"/>
      <p:bldP spid="54" grpId="0"/>
      <p:bldP spid="56" grpId="0"/>
      <p:bldP spid="61" grpId="0"/>
      <p:bldP spid="63" grpId="0"/>
      <p:bldP spid="71" grpId="0"/>
      <p:bldP spid="75" grpId="0"/>
      <p:bldP spid="3" grpId="0"/>
      <p:bldP spid="8" grpId="0"/>
      <p:bldP spid="9" grpId="0"/>
      <p:bldP spid="18" grpId="0"/>
      <p:bldP spid="19" grpId="0"/>
      <p:bldP spid="20" grpId="0"/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294</Words>
  <Application>Microsoft Office PowerPoint</Application>
  <PresentationFormat>Widescreen</PresentationFormat>
  <Paragraphs>101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radhashah2310@outlook.com</dc:creator>
  <cp:lastModifiedBy>radhashah2310@outlook.com</cp:lastModifiedBy>
  <cp:revision>11</cp:revision>
  <dcterms:created xsi:type="dcterms:W3CDTF">2025-12-02T07:10:23Z</dcterms:created>
  <dcterms:modified xsi:type="dcterms:W3CDTF">2025-12-05T06:59:30Z</dcterms:modified>
</cp:coreProperties>
</file>